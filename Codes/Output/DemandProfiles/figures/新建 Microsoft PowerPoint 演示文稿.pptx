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>
        <p:scale>
          <a:sx n="150" d="100"/>
          <a:sy n="150" d="100"/>
        </p:scale>
        <p:origin x="-136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7B0495-0AE5-7EE0-0813-DA4E6C047E3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6CC347A-D217-4032-DE8C-F15E22424C0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F11E6CF-A0D3-F1DE-B744-632E2779F5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16CA88-CDE9-4D7E-8EE4-BD14B6FA8458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AC7689-E435-4161-36A0-D20ED37737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86CBE22-0E90-05EA-43CB-FDBA03A309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F32068-DDDC-4E5B-A4C3-492C1BF54F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32136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71E6B3-FB1B-88BD-239E-270A1059A1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4DDFE5-A909-2E5D-9A3A-5B335A9417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DF4DA87-38B7-0722-572A-B98F7E1EE3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16CA88-CDE9-4D7E-8EE4-BD14B6FA8458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D2A537-F83C-D53B-18A5-7960AACFE8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120DE9-B7BA-4BBB-8483-33316EFEE8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F32068-DDDC-4E5B-A4C3-492C1BF54F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60743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7AE045-A158-C022-8A9C-D0EBCAC1A1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F1A8711-0EB8-AAE5-8419-82730C807E4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8573AD1-A796-E269-4DF9-0C3448EF5D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16CA88-CDE9-4D7E-8EE4-BD14B6FA8458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AABD31C-E40D-31EB-A976-962FBD8685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163675-72C5-EEEF-BB34-E1D250E4E2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F32068-DDDC-4E5B-A4C3-492C1BF54F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38736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1B8718-5937-DAAE-60D7-4CE4C4090A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E280D0-DD29-23F9-4DE9-F9AFD4E5228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DAF5EB1-50ED-82EF-7777-B49443C0244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43B4D45-D805-5ED4-6C28-F5B861D1B0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16CA88-CDE9-4D7E-8EE4-BD14B6FA8458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69E0418-2365-0F27-8848-B6A6195F08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29B57A4-4DB9-866E-15E1-60601657BA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F32068-DDDC-4E5B-A4C3-492C1BF54F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08404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5B7C6C-6466-3DBD-EFDD-0B38BE6052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DDE5E3C-C62C-9431-8EF0-EEC42ABB9F1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43E1B26-B11E-6E5B-F09D-ACC12E1F089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7AEA526-7903-628C-3898-7A9E07DE6DB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D589A4C-C689-C645-1B14-913F310EC82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7E53AA0-EABC-E6B7-C369-078ED77B22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16CA88-CDE9-4D7E-8EE4-BD14B6FA8458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3F36390-5021-0697-D9FC-C5E302C2E8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54E1499-52EB-3D6D-9B44-5A678FF3C5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F32068-DDDC-4E5B-A4C3-492C1BF54F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78921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9EA8EC-0D86-D2D1-B583-03FDDA4E8F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E4A0B5E-146A-EF67-B9F7-05B94F89A0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16CA88-CDE9-4D7E-8EE4-BD14B6FA8458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106AF83-9835-2D59-2C55-0905D29622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2A2B487-735E-620B-D884-395280B944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F32068-DDDC-4E5B-A4C3-492C1BF54F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47236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FAC8B7C-0401-F6B2-749F-81D1C52D55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16CA88-CDE9-4D7E-8EE4-BD14B6FA8458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72074DE-28CF-9E3B-D12A-FB6AC67A2C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B9AF804-FA09-840E-1C73-C1F8B750FB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F32068-DDDC-4E5B-A4C3-492C1BF54F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7856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62440C-06F7-C7EE-B397-03D0737285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448774-FEC7-03E9-75C9-35A2C5D5281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69B8D50-E197-73D9-3D2F-056F905B5D3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1600004-02D7-8C4E-30FB-A2C3DC88E1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16CA88-CDE9-4D7E-8EE4-BD14B6FA8458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3EBDBC8-15F0-F0F8-4F45-2060F2F950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A4DA59A-AA3B-57F8-ACA7-18CCE16A92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F32068-DDDC-4E5B-A4C3-492C1BF54F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61914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7F967D-4803-3ABB-4A3B-8C6CC668B4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EE17952-C296-1B79-5544-ABE77623A61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820C4B2-A69C-4836-F86D-B54DCA6F7BB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C5E55A3-3B66-5FED-D9FE-8CE48C2676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16CA88-CDE9-4D7E-8EE4-BD14B6FA8458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4A5BE7D-E9F0-7FB8-04CE-5EE7C35F69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99DF379-844B-916F-7517-767F2F464E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F32068-DDDC-4E5B-A4C3-492C1BF54F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37827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CA5653-4938-C058-138F-E6EFB680D4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168DBA9-4DCE-6DE8-1607-BA2ABF22FDC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1993251-1A70-6BE5-EE2B-31B74E96A8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16CA88-CDE9-4D7E-8EE4-BD14B6FA8458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2DC175-A3DF-2E42-157A-E5A3AE5D70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D74D981-3D74-3488-3336-A0C0A9AA97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F32068-DDDC-4E5B-A4C3-492C1BF54F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12588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308B871-A0CB-58A5-3588-2235F29FA51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DBCB82A-C200-8BA2-EF02-38CE5543774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C9CE67E-EA4A-067A-AC1E-FD0024D28F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16CA88-CDE9-4D7E-8EE4-BD14B6FA8458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3BD229-7C98-2F63-3054-6C88D5FD79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A3FFF4-3580-5F8D-4EA3-8F2C3A2081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F32068-DDDC-4E5B-A4C3-492C1BF54F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63660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228437A-5071-5DA4-CDB0-DB0FADD05C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134F203-747D-CF0D-A6C3-781EA01A7E1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1E29D2C-272A-D03F-C458-B25E9C92C53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F16CA88-CDE9-4D7E-8EE4-BD14B6FA8458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EB5FBF-6C75-663B-9994-6B72D8B83EC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730B29-9565-326A-6444-4D905C8DAB3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0F32068-DDDC-4E5B-A4C3-492C1BF54F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69583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diagram of a circuit&#10;&#10;AI-generated content may be incorrect.">
            <a:extLst>
              <a:ext uri="{FF2B5EF4-FFF2-40B4-BE49-F238E27FC236}">
                <a16:creationId xmlns:a16="http://schemas.microsoft.com/office/drawing/2014/main" id="{13D9AAE0-D449-EE44-311F-878583F4CD4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14425" y="1638300"/>
            <a:ext cx="3137126" cy="269875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E4BCCEC-D01F-1049-6428-4DDF4FFDB7A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6460" r="24915"/>
          <a:stretch>
            <a:fillRect/>
          </a:stretch>
        </p:blipFill>
        <p:spPr>
          <a:xfrm>
            <a:off x="4622800" y="1765300"/>
            <a:ext cx="127000" cy="29210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52408142-1FEC-9999-4BE5-29BA59F492E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65919" y="1499394"/>
            <a:ext cx="505387" cy="5318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509610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2EA1383-8290-FF30-C63C-59104522B85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73103" y="0"/>
            <a:ext cx="4870317" cy="3043948"/>
          </a:xfrm>
        </p:spPr>
      </p:pic>
      <p:pic>
        <p:nvPicPr>
          <p:cNvPr id="7" name="Picture 6" descr="A graph of a graph&#10;&#10;AI-generated content may be incorrect.">
            <a:extLst>
              <a:ext uri="{FF2B5EF4-FFF2-40B4-BE49-F238E27FC236}">
                <a16:creationId xmlns:a16="http://schemas.microsoft.com/office/drawing/2014/main" id="{392C9458-8F90-91D3-A0E4-C4CEFF9DA2A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73103" y="2928445"/>
            <a:ext cx="4870316" cy="30439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998433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15791</TotalTime>
  <Words>0</Words>
  <Application>Microsoft Office PowerPoint</Application>
  <PresentationFormat>Widescreen</PresentationFormat>
  <Paragraphs>0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Liu, Shuwen</dc:creator>
  <cp:lastModifiedBy>Liu, Shuwen</cp:lastModifiedBy>
  <cp:revision>1</cp:revision>
  <dcterms:created xsi:type="dcterms:W3CDTF">2025-11-13T18:36:29Z</dcterms:created>
  <dcterms:modified xsi:type="dcterms:W3CDTF">2025-11-24T17:48:26Z</dcterms:modified>
</cp:coreProperties>
</file>